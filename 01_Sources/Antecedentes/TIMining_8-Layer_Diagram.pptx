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8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5997491-CF3D-8C98-E580-FC0BB6204B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478624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98" imgH="499" progId="TCLayout.ActiveDocument.1">
                  <p:embed/>
                </p:oleObj>
              </mc:Choice>
              <mc:Fallback>
                <p:oleObj name="think-cell Slide" r:id="rId14" imgW="498" imgH="49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6B4F-D484-2296-9CBA-7F29DB15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039A99C7-32BC-0F6C-DC37-48E4A923D9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2810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8" imgH="499" progId="TCLayout.ActiveDocument.1">
                  <p:embed/>
                </p:oleObj>
              </mc:Choice>
              <mc:Fallback>
                <p:oleObj name="think-cell Slide" r:id="rId3" imgW="498" imgH="49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C6E7A8F-3E66-FEBB-A38F-E2C3C879B022}"/>
              </a:ext>
            </a:extLst>
          </p:cNvPr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TIMINING Platform – 8‑Layer Interconnection Diagram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B1319E7D-1CC5-3AF4-3F3B-DDB9F7D9195F}"/>
              </a:ext>
            </a:extLst>
          </p:cNvPr>
          <p:cNvSpPr/>
          <p:nvPr/>
        </p:nvSpPr>
        <p:spPr>
          <a:xfrm>
            <a:off x="457200" y="5779008"/>
            <a:ext cx="8229600" cy="594360"/>
          </a:xfrm>
          <a:prstGeom prst="roundRect">
            <a:avLst/>
          </a:prstGeom>
          <a:solidFill>
            <a:srgbClr val="204A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1) Data Origination &amp; Integration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Neutral connectors: FMS (Modular, Hexagon, Wenco), planning suites, block model, GPS, drill &amp; blast, plant signals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5D33DB99-F605-5159-C63A-2DE15CE1DEA3}"/>
              </a:ext>
            </a:extLst>
          </p:cNvPr>
          <p:cNvSpPr/>
          <p:nvPr/>
        </p:nvSpPr>
        <p:spPr>
          <a:xfrm>
            <a:off x="457200" y="5111496"/>
            <a:ext cx="8229600" cy="594360"/>
          </a:xfrm>
          <a:prstGeom prst="roundRect">
            <a:avLst/>
          </a:prstGeom>
          <a:solidFill>
            <a:srgbClr val="2862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2) Real‑Time Spatial Reconstruction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Computational geometry &amp; soft‑sensor inference: pit surface, drill progress, blast inventories, dumps (Aware core algorithms)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9D66B5EE-9BE2-347C-BFFA-7EEC392638C9}"/>
              </a:ext>
            </a:extLst>
          </p:cNvPr>
          <p:cNvSpPr/>
          <p:nvPr/>
        </p:nvSpPr>
        <p:spPr>
          <a:xfrm>
            <a:off x="457200" y="4443984"/>
            <a:ext cx="8229600" cy="594360"/>
          </a:xfrm>
          <a:prstGeom prst="roundRect">
            <a:avLst/>
          </a:prstGeom>
          <a:solidFill>
            <a:srgbClr val="3478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3) Operational State Modeling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Process math: load‑haul dynamics, queues, interference; discrete‑event models (Orchestra), inputs from Aris/Tangram/SICT</a:t>
            </a: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A5472183-7CA9-99F0-C926-85D0EB89FBB5}"/>
              </a:ext>
            </a:extLst>
          </p:cNvPr>
          <p:cNvSpPr/>
          <p:nvPr/>
        </p:nvSpPr>
        <p:spPr>
          <a:xfrm>
            <a:off x="457200" y="3776472"/>
            <a:ext cx="8229600" cy="594360"/>
          </a:xfrm>
          <a:prstGeom prst="roundRect">
            <a:avLst/>
          </a:prstGeom>
          <a:solidFill>
            <a:srgbClr val="43A0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4) Plan Context &amp; Spatial Adherence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Design intent vs execution: Delta2025 current‑time adherence, polygon‑vs‑surface reconciliation, volumetrics</a:t>
            </a: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9E38BD06-3FA6-CE5D-E6B7-0696AB03E49C}"/>
              </a:ext>
            </a:extLst>
          </p:cNvPr>
          <p:cNvSpPr/>
          <p:nvPr/>
        </p:nvSpPr>
        <p:spPr>
          <a:xfrm>
            <a:off x="457200" y="3108960"/>
            <a:ext cx="8229600" cy="594360"/>
          </a:xfrm>
          <a:prstGeom prst="roundRect">
            <a:avLst/>
          </a:prstGeom>
          <a:solidFill>
            <a:srgbClr val="66BB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5) Eventing, Controls &amp; Governance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Data QA/QC, normalization, time‑space indexing, RBAC, audit trails, standardized APIs &amp; deployment backplane</a:t>
            </a: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123823D9-09EE-56BA-B0BA-1DFCCCBFCCC2}"/>
              </a:ext>
            </a:extLst>
          </p:cNvPr>
          <p:cNvSpPr/>
          <p:nvPr/>
        </p:nvSpPr>
        <p:spPr>
          <a:xfrm>
            <a:off x="457200" y="2441448"/>
            <a:ext cx="8229600" cy="594360"/>
          </a:xfrm>
          <a:prstGeom prst="roundRect">
            <a:avLst/>
          </a:prstGeom>
          <a:solidFill>
            <a:srgbClr val="FBC0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6) Situational Awareness &amp; UX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Role‑specific real‑time views &amp; dashboards (Aware): supervisors, dispatch, planners, managers; mobile &amp; desktop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51AB01A0-8F64-A4C6-EB38-D232336756DD}"/>
              </a:ext>
            </a:extLst>
          </p:cNvPr>
          <p:cNvSpPr/>
          <p:nvPr/>
        </p:nvSpPr>
        <p:spPr>
          <a:xfrm>
            <a:off x="457200" y="1773936"/>
            <a:ext cx="8229600" cy="594360"/>
          </a:xfrm>
          <a:prstGeom prst="roundRect">
            <a:avLst/>
          </a:prstGeom>
          <a:solidFill>
            <a:srgbClr val="F57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7) Analytics, Anomalies &amp; Auto‑Projections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Soft‑sensor monitoring, performance‑to‑plan KPIs, automatic short‑horizon simulations with Orchestra</a:t>
            </a:r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61413020-C4AB-8C86-4602-213D7E306A86}"/>
              </a:ext>
            </a:extLst>
          </p:cNvPr>
          <p:cNvSpPr/>
          <p:nvPr/>
        </p:nvSpPr>
        <p:spPr>
          <a:xfrm>
            <a:off x="457200" y="1106424"/>
            <a:ext cx="8229600" cy="594360"/>
          </a:xfrm>
          <a:prstGeom prst="roundRect">
            <a:avLst/>
          </a:prstGeom>
          <a:solidFill>
            <a:srgbClr val="E64A1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8) AI Copilot &amp; Autonomy Enablement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Project TIM natural‑language diagnostics, prescriptive actions; autonomy‑ready geometry feeds to robots/dispatch</a:t>
            </a:r>
          </a:p>
        </p:txBody>
      </p:sp>
      <p:sp>
        <p:nvSpPr>
          <p:cNvPr id="28" name="Up Arrow 11">
            <a:extLst>
              <a:ext uri="{FF2B5EF4-FFF2-40B4-BE49-F238E27FC236}">
                <a16:creationId xmlns:a16="http://schemas.microsoft.com/office/drawing/2014/main" id="{7E989E1F-B927-D38B-2C5F-7A29AA87B7CB}"/>
              </a:ext>
            </a:extLst>
          </p:cNvPr>
          <p:cNvSpPr/>
          <p:nvPr/>
        </p:nvSpPr>
        <p:spPr>
          <a:xfrm>
            <a:off x="45720" y="1106424"/>
            <a:ext cx="274320" cy="5120640"/>
          </a:xfrm>
          <a:prstGeom prst="upArrow">
            <a:avLst/>
          </a:prstGeom>
          <a:solidFill>
            <a:srgbClr val="78909C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77A254-381C-6FBD-770B-4BCC4D43738C}"/>
              </a:ext>
            </a:extLst>
          </p:cNvPr>
          <p:cNvSpPr txBox="1"/>
          <p:nvPr/>
        </p:nvSpPr>
        <p:spPr>
          <a:xfrm>
            <a:off x="45720" y="877824"/>
            <a:ext cx="11432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b="1" dirty="0"/>
              <a:t>Upward data flow</a:t>
            </a:r>
          </a:p>
        </p:txBody>
      </p:sp>
      <p:sp>
        <p:nvSpPr>
          <p:cNvPr id="30" name="Down Arrow 13">
            <a:extLst>
              <a:ext uri="{FF2B5EF4-FFF2-40B4-BE49-F238E27FC236}">
                <a16:creationId xmlns:a16="http://schemas.microsoft.com/office/drawing/2014/main" id="{82B03787-E7E3-2BA6-87EE-E5B6C4059EC4}"/>
              </a:ext>
            </a:extLst>
          </p:cNvPr>
          <p:cNvSpPr/>
          <p:nvPr/>
        </p:nvSpPr>
        <p:spPr>
          <a:xfrm>
            <a:off x="8778240" y="1106424"/>
            <a:ext cx="274320" cy="5120640"/>
          </a:xfrm>
          <a:prstGeom prst="downArrow">
            <a:avLst/>
          </a:prstGeom>
          <a:solidFill>
            <a:srgbClr val="78909C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C15C8E-1784-E33C-9BE4-E3AC0C01CDEE}"/>
              </a:ext>
            </a:extLst>
          </p:cNvPr>
          <p:cNvSpPr txBox="1"/>
          <p:nvPr/>
        </p:nvSpPr>
        <p:spPr>
          <a:xfrm>
            <a:off x="7726680" y="848540"/>
            <a:ext cx="14077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b="1" dirty="0"/>
              <a:t>Prescriptions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17004518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4645</TotalTime>
  <Words>244</Words>
  <Application>Microsoft Office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Office Theme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Phillip</dc:creator>
  <cp:keywords/>
  <dc:description>generated using python-pptx</dc:description>
  <cp:lastModifiedBy>Phillip Whatmore (TIMiner)</cp:lastModifiedBy>
  <cp:revision>2</cp:revision>
  <dcterms:created xsi:type="dcterms:W3CDTF">2013-01-27T09:14:16Z</dcterms:created>
  <dcterms:modified xsi:type="dcterms:W3CDTF">2026-01-16T22:26:45Z</dcterms:modified>
  <cp:category/>
</cp:coreProperties>
</file>